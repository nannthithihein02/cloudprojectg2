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8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1895E-7F03-4C39-8524-23EFB91947A4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D5E87-E031-4486-808F-2B9925F00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84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4DBE8-C3F3-437A-A07D-214E8880E26F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677D7-2710-4E9A-9F06-4684A5B7C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677D7-2710-4E9A-9F06-4684A5B7CB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8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B60C3-9463-4FDE-8FB9-11173D5743C7}" type="datetime1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69C75-2925-4085-A5EA-0A73E2756715}" type="datetime1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892C-F24A-4AAA-A1BF-A820BF2C3C2E}" type="datetime1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CD860-DEBF-4DAD-81E3-256AAAB26485}" type="datetime1">
              <a:rPr lang="en-US" smtClean="0"/>
              <a:t>07-Nov-25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9811-FEA4-43AC-930E-78CB079C3180}" type="datetime1">
              <a:rPr lang="en-US" smtClean="0"/>
              <a:t>07-Nov-25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24A1-7108-4565-BA4C-609C19ACC666}" type="datetime1">
              <a:rPr lang="en-US" smtClean="0"/>
              <a:t>07-Nov-25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1D9B5-175A-41D6-A937-4BC0364DA590}" type="datetime1">
              <a:rPr lang="en-US" smtClean="0"/>
              <a:t>07-Nov-25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66F7-9880-43A5-8467-A0DE31FC2D79}" type="datetime1">
              <a:rPr lang="en-US" smtClean="0"/>
              <a:t>07-Nov-25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2AB8A-9127-4D5A-A311-15906A7457F8}" type="datetime1">
              <a:rPr lang="en-US" smtClean="0"/>
              <a:t>07-Nov-25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EFA8-4240-4071-AB6A-5D25A34CF34B}" type="datetime1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CA5C-E510-4DB2-A360-4B2C5FBFD1C4}" type="datetime1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93F0E-9C22-4906-A7E2-E3E54DDB28EC}" type="datetime1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6444" y="354863"/>
            <a:ext cx="7766785" cy="2686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 Academic Year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College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2954956" y="3252703"/>
            <a:ext cx="46682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	:	Color Voting System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	:	Cloud Computing &amp;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	: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7/11/2025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Group-2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3Cs-9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Yaw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Htung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3Cs-10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Maru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Htoi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3Cs-12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Mwihpu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Naw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3Cs-13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Myitung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Bawm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Yaw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3Cs-14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Myitung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Naw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3Cs-15 Nan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Hein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3Cs-20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Woisu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Ding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647" y="77193"/>
            <a:ext cx="1808706" cy="179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3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Justification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Reliability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33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voting System (Web app)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Web Application Deployment on AWS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Flask,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(EKS),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fully automated cloud-deployed web app.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automation, scalability, and reliability using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166" y="1246552"/>
            <a:ext cx="5255392" cy="535775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0" y="2211638"/>
            <a:ext cx="8949820" cy="3236261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EKS: Auto-healing, auto-scaling, rolling updates</a:t>
            </a:r>
          </a:p>
          <a:p>
            <a:pPr>
              <a:defRPr sz="1800"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Reproducible, version-controlled infrastructure</a:t>
            </a:r>
          </a:p>
          <a:p>
            <a:pPr>
              <a:defRPr sz="1800"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High-speed caching and session management</a:t>
            </a:r>
          </a:p>
          <a:p>
            <a:pPr>
              <a:defRPr sz="1800"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consistent environments across stages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EKS Cluster (t3.medium x 2): $70</a:t>
            </a:r>
          </a:p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ALB: $20</a:t>
            </a:r>
          </a:p>
          <a:p>
            <a:pPr>
              <a:defRPr sz="1800"/>
            </a:pP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$15</a:t>
            </a:r>
          </a:p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(S3/EBS): $10</a:t>
            </a:r>
          </a:p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(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CloudWatch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$5</a:t>
            </a:r>
          </a:p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≈ $120/month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Pod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Autoscaler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adjusts pods automatically.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Autoscaler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scales nodes based on demand.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Backup automates snapshots.</a:t>
            </a:r>
          </a:p>
          <a:p>
            <a:pPr>
              <a:defRPr sz="1800"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CloudWatch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monitors performance and uptime.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Develop Flask app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Containerize with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Deploy infrastructure via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Deploy app &amp;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EKS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Configure monitoring &amp;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autoscaling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deployment and rollback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and fault tolerance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cost scaling with load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via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caching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Code-defined infrastructure with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from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autoscaling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ensures: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Scalability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Reliability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Cost-efficiency</a:t>
            </a:r>
          </a:p>
          <a:p>
            <a:pPr>
              <a:defRPr sz="18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Real-world production readiness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267</Words>
  <Application>Microsoft Office PowerPoint</Application>
  <PresentationFormat>On-screen Show (4:3)</PresentationFormat>
  <Paragraphs>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Content</vt:lpstr>
      <vt:lpstr>Introduction</vt:lpstr>
      <vt:lpstr>Objective</vt:lpstr>
      <vt:lpstr>Architecture Diagram</vt:lpstr>
      <vt:lpstr>Data Flow Diagram</vt:lpstr>
      <vt:lpstr>Design Justification</vt:lpstr>
      <vt:lpstr>Cost Estimation</vt:lpstr>
      <vt:lpstr>Scalability &amp; Reliability</vt:lpstr>
      <vt:lpstr>Implementation Roadmap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subject/>
  <dc:creator/>
  <cp:keywords/>
  <dc:description>generated using python-pptx</dc:description>
  <cp:lastModifiedBy>hp RYZEN</cp:lastModifiedBy>
  <cp:revision>10</cp:revision>
  <cp:lastPrinted>2025-11-07T03:58:18Z</cp:lastPrinted>
  <dcterms:created xsi:type="dcterms:W3CDTF">2013-01-27T09:14:16Z</dcterms:created>
  <dcterms:modified xsi:type="dcterms:W3CDTF">2025-11-07T04:59:12Z</dcterms:modified>
  <cp:category/>
</cp:coreProperties>
</file>